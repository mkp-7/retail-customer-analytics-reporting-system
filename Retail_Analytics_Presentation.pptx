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0" r:id="rId4"/>
    <p:sldId id="263" r:id="rId5"/>
    <p:sldId id="275" r:id="rId6"/>
    <p:sldId id="265" r:id="rId7"/>
    <p:sldId id="278" r:id="rId8"/>
    <p:sldId id="269" r:id="rId9"/>
    <p:sldId id="270" r:id="rId10"/>
    <p:sldId id="271" r:id="rId11"/>
    <p:sldId id="272" r:id="rId12"/>
    <p:sldId id="268" r:id="rId13"/>
    <p:sldId id="273" r:id="rId14"/>
    <p:sldId id="279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14" autoAdjust="0"/>
    <p:restoredTop sz="94660"/>
  </p:normalViewPr>
  <p:slideViewPr>
    <p:cSldViewPr snapToGrid="0">
      <p:cViewPr>
        <p:scale>
          <a:sx n="72" d="100"/>
          <a:sy n="72" d="100"/>
        </p:scale>
        <p:origin x="4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809311-B5B0-45F2-B007-2E7CE43B8BE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887239-9BE6-46F3-9CEB-417CEE38726A}">
      <dgm:prSet phldrT="[Text]" custT="1"/>
      <dgm:spPr/>
      <dgm:t>
        <a:bodyPr/>
        <a:lstStyle/>
        <a:p>
          <a:r>
            <a:rPr lang="en-US" sz="4000" dirty="0"/>
            <a:t>Excel</a:t>
          </a:r>
        </a:p>
      </dgm:t>
    </dgm:pt>
    <dgm:pt modelId="{6F5B9EA0-7537-45FB-ACBF-9399E35ED73E}" type="sibTrans" cxnId="{2F2A9EB8-A1EF-4AB7-A8D9-23DDFD38329D}">
      <dgm:prSet/>
      <dgm:spPr/>
      <dgm:t>
        <a:bodyPr/>
        <a:lstStyle/>
        <a:p>
          <a:endParaRPr lang="en-US"/>
        </a:p>
      </dgm:t>
    </dgm:pt>
    <dgm:pt modelId="{1D6A000D-EDF1-4916-9766-DE3FF211A408}" type="parTrans" cxnId="{2F2A9EB8-A1EF-4AB7-A8D9-23DDFD38329D}">
      <dgm:prSet/>
      <dgm:spPr/>
      <dgm:t>
        <a:bodyPr/>
        <a:lstStyle/>
        <a:p>
          <a:endParaRPr lang="en-US"/>
        </a:p>
      </dgm:t>
    </dgm:pt>
    <dgm:pt modelId="{CCC7CB0F-5D07-4357-8BE1-7759E38CAB6D}">
      <dgm:prSet phldrT="[Text]" custT="1"/>
      <dgm:spPr/>
      <dgm:t>
        <a:bodyPr/>
        <a:lstStyle/>
        <a:p>
          <a:r>
            <a:rPr lang="en-US" sz="3600" dirty="0"/>
            <a:t>Python</a:t>
          </a:r>
        </a:p>
      </dgm:t>
    </dgm:pt>
    <dgm:pt modelId="{88C1D215-288D-4950-A6C9-A7501270A04B}" type="sibTrans" cxnId="{8024CA6C-CE72-4906-AEEC-92ADEE7029EC}">
      <dgm:prSet/>
      <dgm:spPr/>
      <dgm:t>
        <a:bodyPr/>
        <a:lstStyle/>
        <a:p>
          <a:endParaRPr lang="en-US"/>
        </a:p>
      </dgm:t>
    </dgm:pt>
    <dgm:pt modelId="{6FAA3CCC-D327-4ADC-9655-C3FF673FBCA1}" type="parTrans" cxnId="{8024CA6C-CE72-4906-AEEC-92ADEE7029EC}">
      <dgm:prSet/>
      <dgm:spPr/>
      <dgm:t>
        <a:bodyPr/>
        <a:lstStyle/>
        <a:p>
          <a:endParaRPr lang="en-US"/>
        </a:p>
      </dgm:t>
    </dgm:pt>
    <dgm:pt modelId="{18252DC1-D54F-420D-BBEB-25192DAA4225}">
      <dgm:prSet phldrT="[Text]" custT="1"/>
      <dgm:spPr/>
      <dgm:t>
        <a:bodyPr/>
        <a:lstStyle/>
        <a:p>
          <a:r>
            <a:rPr lang="en-US" sz="3600" dirty="0"/>
            <a:t>Tableau</a:t>
          </a:r>
        </a:p>
      </dgm:t>
    </dgm:pt>
    <dgm:pt modelId="{84EEA708-90D6-4043-92E7-AAB58D87B3AA}" type="sibTrans" cxnId="{635E9C32-03EC-4538-8636-A97F8CDE78C1}">
      <dgm:prSet/>
      <dgm:spPr/>
      <dgm:t>
        <a:bodyPr/>
        <a:lstStyle/>
        <a:p>
          <a:endParaRPr lang="en-US"/>
        </a:p>
      </dgm:t>
    </dgm:pt>
    <dgm:pt modelId="{5C607C2B-ED90-40D7-BE85-BADC0B2E8071}" type="parTrans" cxnId="{635E9C32-03EC-4538-8636-A97F8CDE78C1}">
      <dgm:prSet/>
      <dgm:spPr/>
      <dgm:t>
        <a:bodyPr/>
        <a:lstStyle/>
        <a:p>
          <a:endParaRPr lang="en-US"/>
        </a:p>
      </dgm:t>
    </dgm:pt>
    <dgm:pt modelId="{D9793BBA-9BE6-481F-A27B-945BBDD80B88}" type="pres">
      <dgm:prSet presAssocID="{11809311-B5B0-45F2-B007-2E7CE43B8BE0}" presName="linearFlow" presStyleCnt="0">
        <dgm:presLayoutVars>
          <dgm:dir/>
          <dgm:resizeHandles val="exact"/>
        </dgm:presLayoutVars>
      </dgm:prSet>
      <dgm:spPr/>
    </dgm:pt>
    <dgm:pt modelId="{6AF2D870-A965-4C68-832B-F436CC1BC328}" type="pres">
      <dgm:prSet presAssocID="{18252DC1-D54F-420D-BBEB-25192DAA4225}" presName="composite" presStyleCnt="0"/>
      <dgm:spPr/>
    </dgm:pt>
    <dgm:pt modelId="{9ADE5937-48D2-4A25-A110-B1CA63D8904B}" type="pres">
      <dgm:prSet presAssocID="{18252DC1-D54F-420D-BBEB-25192DAA4225}" presName="imgShp" presStyleLbl="fgImgPlace1" presStyleIdx="0" presStyleCnt="3" custLinFactNeighborX="407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</dgm:pt>
    <dgm:pt modelId="{4C17BF4F-54F5-45A5-91D2-098D2AB5252E}" type="pres">
      <dgm:prSet presAssocID="{18252DC1-D54F-420D-BBEB-25192DAA4225}" presName="txShp" presStyleLbl="node1" presStyleIdx="0" presStyleCnt="3">
        <dgm:presLayoutVars>
          <dgm:bulletEnabled val="1"/>
        </dgm:presLayoutVars>
      </dgm:prSet>
      <dgm:spPr/>
    </dgm:pt>
    <dgm:pt modelId="{1A21DDD8-5169-4BEC-87E6-549A3479039A}" type="pres">
      <dgm:prSet presAssocID="{84EEA708-90D6-4043-92E7-AAB58D87B3AA}" presName="spacing" presStyleCnt="0"/>
      <dgm:spPr/>
    </dgm:pt>
    <dgm:pt modelId="{FB43009E-F663-4AA1-B816-4B715BAAFB44}" type="pres">
      <dgm:prSet presAssocID="{CCC7CB0F-5D07-4357-8BE1-7759E38CAB6D}" presName="composite" presStyleCnt="0"/>
      <dgm:spPr/>
    </dgm:pt>
    <dgm:pt modelId="{C576608D-3379-4CF8-84C3-F2C638FA603F}" type="pres">
      <dgm:prSet presAssocID="{CCC7CB0F-5D07-4357-8BE1-7759E38CAB6D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7000" r="-67000"/>
          </a:stretch>
        </a:blipFill>
      </dgm:spPr>
    </dgm:pt>
    <dgm:pt modelId="{94859348-B573-41CE-81E2-F15B8BEAF84E}" type="pres">
      <dgm:prSet presAssocID="{CCC7CB0F-5D07-4357-8BE1-7759E38CAB6D}" presName="txShp" presStyleLbl="node1" presStyleIdx="1" presStyleCnt="3">
        <dgm:presLayoutVars>
          <dgm:bulletEnabled val="1"/>
        </dgm:presLayoutVars>
      </dgm:prSet>
      <dgm:spPr/>
    </dgm:pt>
    <dgm:pt modelId="{BC51A22F-6B16-4650-A2D8-957A9843F98D}" type="pres">
      <dgm:prSet presAssocID="{88C1D215-288D-4950-A6C9-A7501270A04B}" presName="spacing" presStyleCnt="0"/>
      <dgm:spPr/>
    </dgm:pt>
    <dgm:pt modelId="{5C940D6A-A7F4-4400-B4BF-AC146FD3FBEA}" type="pres">
      <dgm:prSet presAssocID="{CA887239-9BE6-46F3-9CEB-417CEE38726A}" presName="composite" presStyleCnt="0"/>
      <dgm:spPr/>
    </dgm:pt>
    <dgm:pt modelId="{D8084F46-25E5-4814-A995-0066F732B758}" type="pres">
      <dgm:prSet presAssocID="{CA887239-9BE6-46F3-9CEB-417CEE38726A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B51E4441-408A-47E0-A877-5E086B275D94}" type="pres">
      <dgm:prSet presAssocID="{CA887239-9BE6-46F3-9CEB-417CEE38726A}" presName="txShp" presStyleLbl="node1" presStyleIdx="2" presStyleCnt="3">
        <dgm:presLayoutVars>
          <dgm:bulletEnabled val="1"/>
        </dgm:presLayoutVars>
      </dgm:prSet>
      <dgm:spPr/>
    </dgm:pt>
  </dgm:ptLst>
  <dgm:cxnLst>
    <dgm:cxn modelId="{635E9C32-03EC-4538-8636-A97F8CDE78C1}" srcId="{11809311-B5B0-45F2-B007-2E7CE43B8BE0}" destId="{18252DC1-D54F-420D-BBEB-25192DAA4225}" srcOrd="0" destOrd="0" parTransId="{5C607C2B-ED90-40D7-BE85-BADC0B2E8071}" sibTransId="{84EEA708-90D6-4043-92E7-AAB58D87B3AA}"/>
    <dgm:cxn modelId="{3CB64442-D241-443F-99DC-DCA93B127A09}" type="presOf" srcId="{CA887239-9BE6-46F3-9CEB-417CEE38726A}" destId="{B51E4441-408A-47E0-A877-5E086B275D94}" srcOrd="0" destOrd="0" presId="urn:microsoft.com/office/officeart/2005/8/layout/vList3"/>
    <dgm:cxn modelId="{8024CA6C-CE72-4906-AEEC-92ADEE7029EC}" srcId="{11809311-B5B0-45F2-B007-2E7CE43B8BE0}" destId="{CCC7CB0F-5D07-4357-8BE1-7759E38CAB6D}" srcOrd="1" destOrd="0" parTransId="{6FAA3CCC-D327-4ADC-9655-C3FF673FBCA1}" sibTransId="{88C1D215-288D-4950-A6C9-A7501270A04B}"/>
    <dgm:cxn modelId="{DA80DDA9-A13E-49E9-96DA-71FEB35F9EBA}" type="presOf" srcId="{11809311-B5B0-45F2-B007-2E7CE43B8BE0}" destId="{D9793BBA-9BE6-481F-A27B-945BBDD80B88}" srcOrd="0" destOrd="0" presId="urn:microsoft.com/office/officeart/2005/8/layout/vList3"/>
    <dgm:cxn modelId="{2F2A9EB8-A1EF-4AB7-A8D9-23DDFD38329D}" srcId="{11809311-B5B0-45F2-B007-2E7CE43B8BE0}" destId="{CA887239-9BE6-46F3-9CEB-417CEE38726A}" srcOrd="2" destOrd="0" parTransId="{1D6A000D-EDF1-4916-9766-DE3FF211A408}" sibTransId="{6F5B9EA0-7537-45FB-ACBF-9399E35ED73E}"/>
    <dgm:cxn modelId="{1CB996E0-859D-4512-A345-25DF70C645F9}" type="presOf" srcId="{18252DC1-D54F-420D-BBEB-25192DAA4225}" destId="{4C17BF4F-54F5-45A5-91D2-098D2AB5252E}" srcOrd="0" destOrd="0" presId="urn:microsoft.com/office/officeart/2005/8/layout/vList3"/>
    <dgm:cxn modelId="{8CEA06ED-E4DA-4343-93C6-9B0242A62599}" type="presOf" srcId="{CCC7CB0F-5D07-4357-8BE1-7759E38CAB6D}" destId="{94859348-B573-41CE-81E2-F15B8BEAF84E}" srcOrd="0" destOrd="0" presId="urn:microsoft.com/office/officeart/2005/8/layout/vList3"/>
    <dgm:cxn modelId="{EFBA44FB-2614-48BE-8205-B78CED61AB61}" type="presParOf" srcId="{D9793BBA-9BE6-481F-A27B-945BBDD80B88}" destId="{6AF2D870-A965-4C68-832B-F436CC1BC328}" srcOrd="0" destOrd="0" presId="urn:microsoft.com/office/officeart/2005/8/layout/vList3"/>
    <dgm:cxn modelId="{EB16A4A8-726E-4399-B3CF-18CE4AF81060}" type="presParOf" srcId="{6AF2D870-A965-4C68-832B-F436CC1BC328}" destId="{9ADE5937-48D2-4A25-A110-B1CA63D8904B}" srcOrd="0" destOrd="0" presId="urn:microsoft.com/office/officeart/2005/8/layout/vList3"/>
    <dgm:cxn modelId="{EA65196A-D298-4D82-8FFF-3716A79964EC}" type="presParOf" srcId="{6AF2D870-A965-4C68-832B-F436CC1BC328}" destId="{4C17BF4F-54F5-45A5-91D2-098D2AB5252E}" srcOrd="1" destOrd="0" presId="urn:microsoft.com/office/officeart/2005/8/layout/vList3"/>
    <dgm:cxn modelId="{EE08A6CB-A410-4891-B0A1-E51DE3F9EED1}" type="presParOf" srcId="{D9793BBA-9BE6-481F-A27B-945BBDD80B88}" destId="{1A21DDD8-5169-4BEC-87E6-549A3479039A}" srcOrd="1" destOrd="0" presId="urn:microsoft.com/office/officeart/2005/8/layout/vList3"/>
    <dgm:cxn modelId="{E44E3234-D09B-443E-B9A3-30D19779C9EE}" type="presParOf" srcId="{D9793BBA-9BE6-481F-A27B-945BBDD80B88}" destId="{FB43009E-F663-4AA1-B816-4B715BAAFB44}" srcOrd="2" destOrd="0" presId="urn:microsoft.com/office/officeart/2005/8/layout/vList3"/>
    <dgm:cxn modelId="{4F0F0C8B-A378-4A46-B20C-AD0AB26E4B0E}" type="presParOf" srcId="{FB43009E-F663-4AA1-B816-4B715BAAFB44}" destId="{C576608D-3379-4CF8-84C3-F2C638FA603F}" srcOrd="0" destOrd="0" presId="urn:microsoft.com/office/officeart/2005/8/layout/vList3"/>
    <dgm:cxn modelId="{A03C47B7-07AE-47D9-905D-8F28B098B8F2}" type="presParOf" srcId="{FB43009E-F663-4AA1-B816-4B715BAAFB44}" destId="{94859348-B573-41CE-81E2-F15B8BEAF84E}" srcOrd="1" destOrd="0" presId="urn:microsoft.com/office/officeart/2005/8/layout/vList3"/>
    <dgm:cxn modelId="{6DACADDA-CC64-43A9-A284-E0848C7AF307}" type="presParOf" srcId="{D9793BBA-9BE6-481F-A27B-945BBDD80B88}" destId="{BC51A22F-6B16-4650-A2D8-957A9843F98D}" srcOrd="3" destOrd="0" presId="urn:microsoft.com/office/officeart/2005/8/layout/vList3"/>
    <dgm:cxn modelId="{37EAE172-EBC8-4BBC-82C8-43686F75D354}" type="presParOf" srcId="{D9793BBA-9BE6-481F-A27B-945BBDD80B88}" destId="{5C940D6A-A7F4-4400-B4BF-AC146FD3FBEA}" srcOrd="4" destOrd="0" presId="urn:microsoft.com/office/officeart/2005/8/layout/vList3"/>
    <dgm:cxn modelId="{6D3429FF-9DA2-4820-A0ED-54D2F2A6690B}" type="presParOf" srcId="{5C940D6A-A7F4-4400-B4BF-AC146FD3FBEA}" destId="{D8084F46-25E5-4814-A995-0066F732B758}" srcOrd="0" destOrd="0" presId="urn:microsoft.com/office/officeart/2005/8/layout/vList3"/>
    <dgm:cxn modelId="{6E323C4D-C403-4AC2-9AD3-82BF63736561}" type="presParOf" srcId="{5C940D6A-A7F4-4400-B4BF-AC146FD3FBEA}" destId="{B51E4441-408A-47E0-A877-5E086B275D9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809311-B5B0-45F2-B007-2E7CE43B8BE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C7CB0F-5D07-4357-8BE1-7759E38CAB6D}">
      <dgm:prSet phldrT="[Text]" custT="1"/>
      <dgm:spPr/>
      <dgm:t>
        <a:bodyPr/>
        <a:lstStyle/>
        <a:p>
          <a:r>
            <a:rPr lang="en-US" sz="3600" dirty="0"/>
            <a:t>MySQL</a:t>
          </a:r>
          <a:endParaRPr lang="en-US" sz="3500" dirty="0"/>
        </a:p>
      </dgm:t>
    </dgm:pt>
    <dgm:pt modelId="{88C1D215-288D-4950-A6C9-A7501270A04B}" type="sibTrans" cxnId="{8024CA6C-CE72-4906-AEEC-92ADEE7029EC}">
      <dgm:prSet/>
      <dgm:spPr/>
      <dgm:t>
        <a:bodyPr/>
        <a:lstStyle/>
        <a:p>
          <a:endParaRPr lang="en-US"/>
        </a:p>
      </dgm:t>
    </dgm:pt>
    <dgm:pt modelId="{6FAA3CCC-D327-4ADC-9655-C3FF673FBCA1}" type="parTrans" cxnId="{8024CA6C-CE72-4906-AEEC-92ADEE7029EC}">
      <dgm:prSet/>
      <dgm:spPr/>
      <dgm:t>
        <a:bodyPr/>
        <a:lstStyle/>
        <a:p>
          <a:endParaRPr lang="en-US"/>
        </a:p>
      </dgm:t>
    </dgm:pt>
    <dgm:pt modelId="{18252DC1-D54F-420D-BBEB-25192DAA4225}">
      <dgm:prSet phldrT="[Text]" custT="1"/>
      <dgm:spPr/>
      <dgm:t>
        <a:bodyPr/>
        <a:lstStyle/>
        <a:p>
          <a:r>
            <a:rPr lang="en-US" sz="3600" dirty="0"/>
            <a:t>Algorithm</a:t>
          </a:r>
          <a:endParaRPr lang="en-US" sz="3500" dirty="0"/>
        </a:p>
      </dgm:t>
    </dgm:pt>
    <dgm:pt modelId="{84EEA708-90D6-4043-92E7-AAB58D87B3AA}" type="sibTrans" cxnId="{635E9C32-03EC-4538-8636-A97F8CDE78C1}">
      <dgm:prSet/>
      <dgm:spPr/>
      <dgm:t>
        <a:bodyPr/>
        <a:lstStyle/>
        <a:p>
          <a:endParaRPr lang="en-US"/>
        </a:p>
      </dgm:t>
    </dgm:pt>
    <dgm:pt modelId="{5C607C2B-ED90-40D7-BE85-BADC0B2E8071}" type="parTrans" cxnId="{635E9C32-03EC-4538-8636-A97F8CDE78C1}">
      <dgm:prSet/>
      <dgm:spPr/>
      <dgm:t>
        <a:bodyPr/>
        <a:lstStyle/>
        <a:p>
          <a:endParaRPr lang="en-US"/>
        </a:p>
      </dgm:t>
    </dgm:pt>
    <dgm:pt modelId="{D9793BBA-9BE6-481F-A27B-945BBDD80B88}" type="pres">
      <dgm:prSet presAssocID="{11809311-B5B0-45F2-B007-2E7CE43B8BE0}" presName="linearFlow" presStyleCnt="0">
        <dgm:presLayoutVars>
          <dgm:dir/>
          <dgm:resizeHandles val="exact"/>
        </dgm:presLayoutVars>
      </dgm:prSet>
      <dgm:spPr/>
    </dgm:pt>
    <dgm:pt modelId="{6AF2D870-A965-4C68-832B-F436CC1BC328}" type="pres">
      <dgm:prSet presAssocID="{18252DC1-D54F-420D-BBEB-25192DAA4225}" presName="composite" presStyleCnt="0"/>
      <dgm:spPr/>
    </dgm:pt>
    <dgm:pt modelId="{9ADE5937-48D2-4A25-A110-B1CA63D8904B}" type="pres">
      <dgm:prSet presAssocID="{18252DC1-D54F-420D-BBEB-25192DAA4225}" presName="imgShp" presStyleLbl="fgImgPlace1" presStyleIdx="0" presStyleCnt="2" custLinFactNeighborX="407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C17BF4F-54F5-45A5-91D2-098D2AB5252E}" type="pres">
      <dgm:prSet presAssocID="{18252DC1-D54F-420D-BBEB-25192DAA4225}" presName="txShp" presStyleLbl="node1" presStyleIdx="0" presStyleCnt="2">
        <dgm:presLayoutVars>
          <dgm:bulletEnabled val="1"/>
        </dgm:presLayoutVars>
      </dgm:prSet>
      <dgm:spPr/>
    </dgm:pt>
    <dgm:pt modelId="{1A21DDD8-5169-4BEC-87E6-549A3479039A}" type="pres">
      <dgm:prSet presAssocID="{84EEA708-90D6-4043-92E7-AAB58D87B3AA}" presName="spacing" presStyleCnt="0"/>
      <dgm:spPr/>
    </dgm:pt>
    <dgm:pt modelId="{FB43009E-F663-4AA1-B816-4B715BAAFB44}" type="pres">
      <dgm:prSet presAssocID="{CCC7CB0F-5D07-4357-8BE1-7759E38CAB6D}" presName="composite" presStyleCnt="0"/>
      <dgm:spPr/>
    </dgm:pt>
    <dgm:pt modelId="{C576608D-3379-4CF8-84C3-F2C638FA603F}" type="pres">
      <dgm:prSet presAssocID="{CCC7CB0F-5D07-4357-8BE1-7759E38CAB6D}" presName="imgShp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4859348-B573-41CE-81E2-F15B8BEAF84E}" type="pres">
      <dgm:prSet presAssocID="{CCC7CB0F-5D07-4357-8BE1-7759E38CAB6D}" presName="txShp" presStyleLbl="node1" presStyleIdx="1" presStyleCnt="2">
        <dgm:presLayoutVars>
          <dgm:bulletEnabled val="1"/>
        </dgm:presLayoutVars>
      </dgm:prSet>
      <dgm:spPr/>
    </dgm:pt>
  </dgm:ptLst>
  <dgm:cxnLst>
    <dgm:cxn modelId="{635E9C32-03EC-4538-8636-A97F8CDE78C1}" srcId="{11809311-B5B0-45F2-B007-2E7CE43B8BE0}" destId="{18252DC1-D54F-420D-BBEB-25192DAA4225}" srcOrd="0" destOrd="0" parTransId="{5C607C2B-ED90-40D7-BE85-BADC0B2E8071}" sibTransId="{84EEA708-90D6-4043-92E7-AAB58D87B3AA}"/>
    <dgm:cxn modelId="{8024CA6C-CE72-4906-AEEC-92ADEE7029EC}" srcId="{11809311-B5B0-45F2-B007-2E7CE43B8BE0}" destId="{CCC7CB0F-5D07-4357-8BE1-7759E38CAB6D}" srcOrd="1" destOrd="0" parTransId="{6FAA3CCC-D327-4ADC-9655-C3FF673FBCA1}" sibTransId="{88C1D215-288D-4950-A6C9-A7501270A04B}"/>
    <dgm:cxn modelId="{DA80DDA9-A13E-49E9-96DA-71FEB35F9EBA}" type="presOf" srcId="{11809311-B5B0-45F2-B007-2E7CE43B8BE0}" destId="{D9793BBA-9BE6-481F-A27B-945BBDD80B88}" srcOrd="0" destOrd="0" presId="urn:microsoft.com/office/officeart/2005/8/layout/vList3"/>
    <dgm:cxn modelId="{1CB996E0-859D-4512-A345-25DF70C645F9}" type="presOf" srcId="{18252DC1-D54F-420D-BBEB-25192DAA4225}" destId="{4C17BF4F-54F5-45A5-91D2-098D2AB5252E}" srcOrd="0" destOrd="0" presId="urn:microsoft.com/office/officeart/2005/8/layout/vList3"/>
    <dgm:cxn modelId="{8CEA06ED-E4DA-4343-93C6-9B0242A62599}" type="presOf" srcId="{CCC7CB0F-5D07-4357-8BE1-7759E38CAB6D}" destId="{94859348-B573-41CE-81E2-F15B8BEAF84E}" srcOrd="0" destOrd="0" presId="urn:microsoft.com/office/officeart/2005/8/layout/vList3"/>
    <dgm:cxn modelId="{EFBA44FB-2614-48BE-8205-B78CED61AB61}" type="presParOf" srcId="{D9793BBA-9BE6-481F-A27B-945BBDD80B88}" destId="{6AF2D870-A965-4C68-832B-F436CC1BC328}" srcOrd="0" destOrd="0" presId="urn:microsoft.com/office/officeart/2005/8/layout/vList3"/>
    <dgm:cxn modelId="{EB16A4A8-726E-4399-B3CF-18CE4AF81060}" type="presParOf" srcId="{6AF2D870-A965-4C68-832B-F436CC1BC328}" destId="{9ADE5937-48D2-4A25-A110-B1CA63D8904B}" srcOrd="0" destOrd="0" presId="urn:microsoft.com/office/officeart/2005/8/layout/vList3"/>
    <dgm:cxn modelId="{EA65196A-D298-4D82-8FFF-3716A79964EC}" type="presParOf" srcId="{6AF2D870-A965-4C68-832B-F436CC1BC328}" destId="{4C17BF4F-54F5-45A5-91D2-098D2AB5252E}" srcOrd="1" destOrd="0" presId="urn:microsoft.com/office/officeart/2005/8/layout/vList3"/>
    <dgm:cxn modelId="{EE08A6CB-A410-4891-B0A1-E51DE3F9EED1}" type="presParOf" srcId="{D9793BBA-9BE6-481F-A27B-945BBDD80B88}" destId="{1A21DDD8-5169-4BEC-87E6-549A3479039A}" srcOrd="1" destOrd="0" presId="urn:microsoft.com/office/officeart/2005/8/layout/vList3"/>
    <dgm:cxn modelId="{E44E3234-D09B-443E-B9A3-30D19779C9EE}" type="presParOf" srcId="{D9793BBA-9BE6-481F-A27B-945BBDD80B88}" destId="{FB43009E-F663-4AA1-B816-4B715BAAFB44}" srcOrd="2" destOrd="0" presId="urn:microsoft.com/office/officeart/2005/8/layout/vList3"/>
    <dgm:cxn modelId="{4F0F0C8B-A378-4A46-B20C-AD0AB26E4B0E}" type="presParOf" srcId="{FB43009E-F663-4AA1-B816-4B715BAAFB44}" destId="{C576608D-3379-4CF8-84C3-F2C638FA603F}" srcOrd="0" destOrd="0" presId="urn:microsoft.com/office/officeart/2005/8/layout/vList3"/>
    <dgm:cxn modelId="{A03C47B7-07AE-47D9-905D-8F28B098B8F2}" type="presParOf" srcId="{FB43009E-F663-4AA1-B816-4B715BAAFB44}" destId="{94859348-B573-41CE-81E2-F15B8BEAF84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028DE2-D6C1-46F0-B6BF-243A2029C5A9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828FA4-B876-42F5-B0E9-AD3DA6322072}">
      <dgm:prSet phldrT="[Text]"/>
      <dgm:spPr/>
      <dgm:t>
        <a:bodyPr/>
        <a:lstStyle/>
        <a:p>
          <a:r>
            <a:rPr lang="en-US" dirty="0"/>
            <a:t>Algorithms</a:t>
          </a:r>
        </a:p>
      </dgm:t>
    </dgm:pt>
    <dgm:pt modelId="{1E697E17-7C96-4A6B-8164-2769139E9D76}" type="parTrans" cxnId="{FB074A0A-6796-4C9F-8D3B-EB064B0ED586}">
      <dgm:prSet/>
      <dgm:spPr/>
      <dgm:t>
        <a:bodyPr/>
        <a:lstStyle/>
        <a:p>
          <a:endParaRPr lang="en-US"/>
        </a:p>
      </dgm:t>
    </dgm:pt>
    <dgm:pt modelId="{341C0E77-6E54-4A40-9AE2-7309ECE93212}" type="sibTrans" cxnId="{FB074A0A-6796-4C9F-8D3B-EB064B0ED586}">
      <dgm:prSet/>
      <dgm:spPr/>
      <dgm:t>
        <a:bodyPr/>
        <a:lstStyle/>
        <a:p>
          <a:endParaRPr lang="en-US"/>
        </a:p>
      </dgm:t>
    </dgm:pt>
    <dgm:pt modelId="{B566C58E-84E9-45E8-8728-7DFC9119810E}">
      <dgm:prSet phldrT="[Text]"/>
      <dgm:spPr/>
      <dgm:t>
        <a:bodyPr/>
        <a:lstStyle/>
        <a:p>
          <a:r>
            <a:rPr lang="en-US" dirty="0"/>
            <a:t>Collaborative</a:t>
          </a:r>
        </a:p>
        <a:p>
          <a:r>
            <a:rPr lang="en-US" dirty="0"/>
            <a:t>Filtering</a:t>
          </a:r>
        </a:p>
      </dgm:t>
    </dgm:pt>
    <dgm:pt modelId="{B90A5585-FC6A-45A5-BCC1-CD1F79FEA78B}" type="parTrans" cxnId="{8FCA3943-E4DE-498A-90E2-D5E2927FFE74}">
      <dgm:prSet/>
      <dgm:spPr/>
      <dgm:t>
        <a:bodyPr/>
        <a:lstStyle/>
        <a:p>
          <a:endParaRPr lang="en-US"/>
        </a:p>
      </dgm:t>
    </dgm:pt>
    <dgm:pt modelId="{8D00599E-5DAC-4AE6-A0DA-8ADA7C3EDC0A}" type="sibTrans" cxnId="{8FCA3943-E4DE-498A-90E2-D5E2927FFE74}">
      <dgm:prSet/>
      <dgm:spPr/>
      <dgm:t>
        <a:bodyPr/>
        <a:lstStyle/>
        <a:p>
          <a:endParaRPr lang="en-US"/>
        </a:p>
      </dgm:t>
    </dgm:pt>
    <dgm:pt modelId="{B6A92B7D-3948-4A69-9A48-C1CFAE3BA916}">
      <dgm:prSet phldrT="[Text]"/>
      <dgm:spPr/>
      <dgm:t>
        <a:bodyPr/>
        <a:lstStyle/>
        <a:p>
          <a:r>
            <a:rPr lang="en-US" dirty="0" err="1"/>
            <a:t>Apriori</a:t>
          </a:r>
          <a:endParaRPr lang="en-US" dirty="0"/>
        </a:p>
      </dgm:t>
    </dgm:pt>
    <dgm:pt modelId="{D19C6139-5814-4306-979E-22FE7B192041}" type="parTrans" cxnId="{4653E441-0C38-4037-BFE1-DD2697684065}">
      <dgm:prSet/>
      <dgm:spPr/>
      <dgm:t>
        <a:bodyPr/>
        <a:lstStyle/>
        <a:p>
          <a:endParaRPr lang="en-US"/>
        </a:p>
      </dgm:t>
    </dgm:pt>
    <dgm:pt modelId="{52BD7C6A-F1EA-460A-8BBD-54F8B84ED9C0}" type="sibTrans" cxnId="{4653E441-0C38-4037-BFE1-DD2697684065}">
      <dgm:prSet/>
      <dgm:spPr/>
      <dgm:t>
        <a:bodyPr/>
        <a:lstStyle/>
        <a:p>
          <a:endParaRPr lang="en-US"/>
        </a:p>
      </dgm:t>
    </dgm:pt>
    <dgm:pt modelId="{86ADC795-576E-4E8F-9304-3DD0F0D62972}">
      <dgm:prSet phldrT="[Text]"/>
      <dgm:spPr/>
      <dgm:t>
        <a:bodyPr/>
        <a:lstStyle/>
        <a:p>
          <a:r>
            <a:rPr lang="en-US" dirty="0"/>
            <a:t>K-mean</a:t>
          </a:r>
        </a:p>
      </dgm:t>
    </dgm:pt>
    <dgm:pt modelId="{F13EDA29-050B-4976-9687-6727A0F6D3E8}" type="parTrans" cxnId="{198314E9-4BC1-4861-A3DA-C476FF7FFCCD}">
      <dgm:prSet/>
      <dgm:spPr/>
      <dgm:t>
        <a:bodyPr/>
        <a:lstStyle/>
        <a:p>
          <a:endParaRPr lang="en-US"/>
        </a:p>
      </dgm:t>
    </dgm:pt>
    <dgm:pt modelId="{5C07EB0E-80BF-4589-8ED1-B0167BF22D5A}" type="sibTrans" cxnId="{198314E9-4BC1-4861-A3DA-C476FF7FFCCD}">
      <dgm:prSet/>
      <dgm:spPr/>
      <dgm:t>
        <a:bodyPr/>
        <a:lstStyle/>
        <a:p>
          <a:endParaRPr lang="en-US"/>
        </a:p>
      </dgm:t>
    </dgm:pt>
    <dgm:pt modelId="{5E94681A-41F0-4303-BF04-8AFE8AA83149}" type="pres">
      <dgm:prSet presAssocID="{1E028DE2-D6C1-46F0-B6BF-243A2029C5A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E238BF5-C7E7-492F-A5AB-728CF08E72AD}" type="pres">
      <dgm:prSet presAssocID="{DF828FA4-B876-42F5-B0E9-AD3DA6322072}" presName="centerShape" presStyleLbl="node0" presStyleIdx="0" presStyleCnt="1"/>
      <dgm:spPr/>
    </dgm:pt>
    <dgm:pt modelId="{8C833AE7-F28F-4EC5-96E8-C64A5748958E}" type="pres">
      <dgm:prSet presAssocID="{B566C58E-84E9-45E8-8728-7DFC9119810E}" presName="node" presStyleLbl="node1" presStyleIdx="0" presStyleCnt="3">
        <dgm:presLayoutVars>
          <dgm:bulletEnabled val="1"/>
        </dgm:presLayoutVars>
      </dgm:prSet>
      <dgm:spPr/>
    </dgm:pt>
    <dgm:pt modelId="{452BD919-E285-4FCA-8485-ADF6DDA0E1CB}" type="pres">
      <dgm:prSet presAssocID="{B566C58E-84E9-45E8-8728-7DFC9119810E}" presName="dummy" presStyleCnt="0"/>
      <dgm:spPr/>
    </dgm:pt>
    <dgm:pt modelId="{FD2F19DF-43F5-4423-A7D1-AA3A3D7A8E07}" type="pres">
      <dgm:prSet presAssocID="{8D00599E-5DAC-4AE6-A0DA-8ADA7C3EDC0A}" presName="sibTrans" presStyleLbl="sibTrans2D1" presStyleIdx="0" presStyleCnt="3"/>
      <dgm:spPr/>
    </dgm:pt>
    <dgm:pt modelId="{FB9D7C45-5943-49AE-818E-8E17206ABA53}" type="pres">
      <dgm:prSet presAssocID="{B6A92B7D-3948-4A69-9A48-C1CFAE3BA916}" presName="node" presStyleLbl="node1" presStyleIdx="1" presStyleCnt="3">
        <dgm:presLayoutVars>
          <dgm:bulletEnabled val="1"/>
        </dgm:presLayoutVars>
      </dgm:prSet>
      <dgm:spPr/>
    </dgm:pt>
    <dgm:pt modelId="{3B1ACA57-887D-4706-BF83-843FFA2CE7CA}" type="pres">
      <dgm:prSet presAssocID="{B6A92B7D-3948-4A69-9A48-C1CFAE3BA916}" presName="dummy" presStyleCnt="0"/>
      <dgm:spPr/>
    </dgm:pt>
    <dgm:pt modelId="{4627C5CB-BFC1-4CB0-B696-AFBFC354142E}" type="pres">
      <dgm:prSet presAssocID="{52BD7C6A-F1EA-460A-8BBD-54F8B84ED9C0}" presName="sibTrans" presStyleLbl="sibTrans2D1" presStyleIdx="1" presStyleCnt="3"/>
      <dgm:spPr/>
    </dgm:pt>
    <dgm:pt modelId="{5A65CBA9-FE4F-45A6-A4D9-C8B77246B90C}" type="pres">
      <dgm:prSet presAssocID="{86ADC795-576E-4E8F-9304-3DD0F0D62972}" presName="node" presStyleLbl="node1" presStyleIdx="2" presStyleCnt="3">
        <dgm:presLayoutVars>
          <dgm:bulletEnabled val="1"/>
        </dgm:presLayoutVars>
      </dgm:prSet>
      <dgm:spPr/>
    </dgm:pt>
    <dgm:pt modelId="{BD2DA9C8-C1B9-414F-B2E5-8F3B8BAD7F85}" type="pres">
      <dgm:prSet presAssocID="{86ADC795-576E-4E8F-9304-3DD0F0D62972}" presName="dummy" presStyleCnt="0"/>
      <dgm:spPr/>
    </dgm:pt>
    <dgm:pt modelId="{D37EC107-72AF-4D25-96F8-CCC12E06EDDE}" type="pres">
      <dgm:prSet presAssocID="{5C07EB0E-80BF-4589-8ED1-B0167BF22D5A}" presName="sibTrans" presStyleLbl="sibTrans2D1" presStyleIdx="2" presStyleCnt="3"/>
      <dgm:spPr/>
    </dgm:pt>
  </dgm:ptLst>
  <dgm:cxnLst>
    <dgm:cxn modelId="{FB074A0A-6796-4C9F-8D3B-EB064B0ED586}" srcId="{1E028DE2-D6C1-46F0-B6BF-243A2029C5A9}" destId="{DF828FA4-B876-42F5-B0E9-AD3DA6322072}" srcOrd="0" destOrd="0" parTransId="{1E697E17-7C96-4A6B-8164-2769139E9D76}" sibTransId="{341C0E77-6E54-4A40-9AE2-7309ECE93212}"/>
    <dgm:cxn modelId="{8DA68817-1184-43B8-BD67-048942F6403C}" type="presOf" srcId="{B566C58E-84E9-45E8-8728-7DFC9119810E}" destId="{8C833AE7-F28F-4EC5-96E8-C64A5748958E}" srcOrd="0" destOrd="0" presId="urn:microsoft.com/office/officeart/2005/8/layout/radial6"/>
    <dgm:cxn modelId="{E138C236-753F-4847-BC13-80C8F46A4FE1}" type="presOf" srcId="{52BD7C6A-F1EA-460A-8BBD-54F8B84ED9C0}" destId="{4627C5CB-BFC1-4CB0-B696-AFBFC354142E}" srcOrd="0" destOrd="0" presId="urn:microsoft.com/office/officeart/2005/8/layout/radial6"/>
    <dgm:cxn modelId="{8D3E6660-94B2-40F3-8A74-A0ECEA6B7728}" type="presOf" srcId="{86ADC795-576E-4E8F-9304-3DD0F0D62972}" destId="{5A65CBA9-FE4F-45A6-A4D9-C8B77246B90C}" srcOrd="0" destOrd="0" presId="urn:microsoft.com/office/officeart/2005/8/layout/radial6"/>
    <dgm:cxn modelId="{4653E441-0C38-4037-BFE1-DD2697684065}" srcId="{DF828FA4-B876-42F5-B0E9-AD3DA6322072}" destId="{B6A92B7D-3948-4A69-9A48-C1CFAE3BA916}" srcOrd="1" destOrd="0" parTransId="{D19C6139-5814-4306-979E-22FE7B192041}" sibTransId="{52BD7C6A-F1EA-460A-8BBD-54F8B84ED9C0}"/>
    <dgm:cxn modelId="{8FCA3943-E4DE-498A-90E2-D5E2927FFE74}" srcId="{DF828FA4-B876-42F5-B0E9-AD3DA6322072}" destId="{B566C58E-84E9-45E8-8728-7DFC9119810E}" srcOrd="0" destOrd="0" parTransId="{B90A5585-FC6A-45A5-BCC1-CD1F79FEA78B}" sibTransId="{8D00599E-5DAC-4AE6-A0DA-8ADA7C3EDC0A}"/>
    <dgm:cxn modelId="{F2027C44-13D9-4BEA-ADCB-25E75078E81D}" type="presOf" srcId="{5C07EB0E-80BF-4589-8ED1-B0167BF22D5A}" destId="{D37EC107-72AF-4D25-96F8-CCC12E06EDDE}" srcOrd="0" destOrd="0" presId="urn:microsoft.com/office/officeart/2005/8/layout/radial6"/>
    <dgm:cxn modelId="{01962291-7631-4E96-9975-E63C59B74B54}" type="presOf" srcId="{8D00599E-5DAC-4AE6-A0DA-8ADA7C3EDC0A}" destId="{FD2F19DF-43F5-4423-A7D1-AA3A3D7A8E07}" srcOrd="0" destOrd="0" presId="urn:microsoft.com/office/officeart/2005/8/layout/radial6"/>
    <dgm:cxn modelId="{398D15D8-E41A-47D5-811D-C23E68DBDBC0}" type="presOf" srcId="{1E028DE2-D6C1-46F0-B6BF-243A2029C5A9}" destId="{5E94681A-41F0-4303-BF04-8AFE8AA83149}" srcOrd="0" destOrd="0" presId="urn:microsoft.com/office/officeart/2005/8/layout/radial6"/>
    <dgm:cxn modelId="{3C6CBDE3-5132-4E76-A7E8-53171D19D1BB}" type="presOf" srcId="{DF828FA4-B876-42F5-B0E9-AD3DA6322072}" destId="{8E238BF5-C7E7-492F-A5AB-728CF08E72AD}" srcOrd="0" destOrd="0" presId="urn:microsoft.com/office/officeart/2005/8/layout/radial6"/>
    <dgm:cxn modelId="{198314E9-4BC1-4861-A3DA-C476FF7FFCCD}" srcId="{DF828FA4-B876-42F5-B0E9-AD3DA6322072}" destId="{86ADC795-576E-4E8F-9304-3DD0F0D62972}" srcOrd="2" destOrd="0" parTransId="{F13EDA29-050B-4976-9687-6727A0F6D3E8}" sibTransId="{5C07EB0E-80BF-4589-8ED1-B0167BF22D5A}"/>
    <dgm:cxn modelId="{814094FA-9FBE-4B34-BD21-8782FD099341}" type="presOf" srcId="{B6A92B7D-3948-4A69-9A48-C1CFAE3BA916}" destId="{FB9D7C45-5943-49AE-818E-8E17206ABA53}" srcOrd="0" destOrd="0" presId="urn:microsoft.com/office/officeart/2005/8/layout/radial6"/>
    <dgm:cxn modelId="{07CCEDFB-7A7D-4E70-B437-706F8D279F7F}" type="presParOf" srcId="{5E94681A-41F0-4303-BF04-8AFE8AA83149}" destId="{8E238BF5-C7E7-492F-A5AB-728CF08E72AD}" srcOrd="0" destOrd="0" presId="urn:microsoft.com/office/officeart/2005/8/layout/radial6"/>
    <dgm:cxn modelId="{B26FB004-0935-4BAA-99EF-66214238E485}" type="presParOf" srcId="{5E94681A-41F0-4303-BF04-8AFE8AA83149}" destId="{8C833AE7-F28F-4EC5-96E8-C64A5748958E}" srcOrd="1" destOrd="0" presId="urn:microsoft.com/office/officeart/2005/8/layout/radial6"/>
    <dgm:cxn modelId="{A5D6D421-C671-477E-A22E-66914CD8BA0D}" type="presParOf" srcId="{5E94681A-41F0-4303-BF04-8AFE8AA83149}" destId="{452BD919-E285-4FCA-8485-ADF6DDA0E1CB}" srcOrd="2" destOrd="0" presId="urn:microsoft.com/office/officeart/2005/8/layout/radial6"/>
    <dgm:cxn modelId="{7A3748E8-3A9D-41E2-A2DD-10DE560272C4}" type="presParOf" srcId="{5E94681A-41F0-4303-BF04-8AFE8AA83149}" destId="{FD2F19DF-43F5-4423-A7D1-AA3A3D7A8E07}" srcOrd="3" destOrd="0" presId="urn:microsoft.com/office/officeart/2005/8/layout/radial6"/>
    <dgm:cxn modelId="{F5029F22-BADC-43C5-BD32-9FB3A6864210}" type="presParOf" srcId="{5E94681A-41F0-4303-BF04-8AFE8AA83149}" destId="{FB9D7C45-5943-49AE-818E-8E17206ABA53}" srcOrd="4" destOrd="0" presId="urn:microsoft.com/office/officeart/2005/8/layout/radial6"/>
    <dgm:cxn modelId="{C2967BF0-7534-40DB-84D7-2187B002499C}" type="presParOf" srcId="{5E94681A-41F0-4303-BF04-8AFE8AA83149}" destId="{3B1ACA57-887D-4706-BF83-843FFA2CE7CA}" srcOrd="5" destOrd="0" presId="urn:microsoft.com/office/officeart/2005/8/layout/radial6"/>
    <dgm:cxn modelId="{C9FC4309-9BD8-4D59-8E17-01447889A7E1}" type="presParOf" srcId="{5E94681A-41F0-4303-BF04-8AFE8AA83149}" destId="{4627C5CB-BFC1-4CB0-B696-AFBFC354142E}" srcOrd="6" destOrd="0" presId="urn:microsoft.com/office/officeart/2005/8/layout/radial6"/>
    <dgm:cxn modelId="{336C055B-3470-47E8-86D1-893161580FE6}" type="presParOf" srcId="{5E94681A-41F0-4303-BF04-8AFE8AA83149}" destId="{5A65CBA9-FE4F-45A6-A4D9-C8B77246B90C}" srcOrd="7" destOrd="0" presId="urn:microsoft.com/office/officeart/2005/8/layout/radial6"/>
    <dgm:cxn modelId="{F212E08B-4590-457E-81FA-900AFC66BA1F}" type="presParOf" srcId="{5E94681A-41F0-4303-BF04-8AFE8AA83149}" destId="{BD2DA9C8-C1B9-414F-B2E5-8F3B8BAD7F85}" srcOrd="8" destOrd="0" presId="urn:microsoft.com/office/officeart/2005/8/layout/radial6"/>
    <dgm:cxn modelId="{8E42C762-27AF-465A-81F3-73662F5AAAAA}" type="presParOf" srcId="{5E94681A-41F0-4303-BF04-8AFE8AA83149}" destId="{D37EC107-72AF-4D25-96F8-CCC12E06EDDE}" srcOrd="9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7BF4F-54F5-45A5-91D2-098D2AB5252E}">
      <dsp:nvSpPr>
        <dsp:cNvPr id="0" name=""/>
        <dsp:cNvSpPr/>
      </dsp:nvSpPr>
      <dsp:spPr>
        <a:xfrm rot="10800000">
          <a:off x="1208579" y="1918"/>
          <a:ext cx="3665347" cy="114141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330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Tableau</a:t>
          </a:r>
        </a:p>
      </dsp:txBody>
      <dsp:txXfrm rot="10800000">
        <a:off x="1493931" y="1918"/>
        <a:ext cx="3379995" cy="1141410"/>
      </dsp:txXfrm>
    </dsp:sp>
    <dsp:sp modelId="{9ADE5937-48D2-4A25-A110-B1CA63D8904B}">
      <dsp:nvSpPr>
        <dsp:cNvPr id="0" name=""/>
        <dsp:cNvSpPr/>
      </dsp:nvSpPr>
      <dsp:spPr>
        <a:xfrm>
          <a:off x="684397" y="1918"/>
          <a:ext cx="1141410" cy="114141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59348-B573-41CE-81E2-F15B8BEAF84E}">
      <dsp:nvSpPr>
        <dsp:cNvPr id="0" name=""/>
        <dsp:cNvSpPr/>
      </dsp:nvSpPr>
      <dsp:spPr>
        <a:xfrm rot="10800000">
          <a:off x="1208579" y="1484049"/>
          <a:ext cx="3665347" cy="114141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330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Python</a:t>
          </a:r>
        </a:p>
      </dsp:txBody>
      <dsp:txXfrm rot="10800000">
        <a:off x="1493931" y="1484049"/>
        <a:ext cx="3379995" cy="1141410"/>
      </dsp:txXfrm>
    </dsp:sp>
    <dsp:sp modelId="{C576608D-3379-4CF8-84C3-F2C638FA603F}">
      <dsp:nvSpPr>
        <dsp:cNvPr id="0" name=""/>
        <dsp:cNvSpPr/>
      </dsp:nvSpPr>
      <dsp:spPr>
        <a:xfrm>
          <a:off x="637873" y="1484049"/>
          <a:ext cx="1141410" cy="114141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7000" r="-6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E4441-408A-47E0-A877-5E086B275D94}">
      <dsp:nvSpPr>
        <dsp:cNvPr id="0" name=""/>
        <dsp:cNvSpPr/>
      </dsp:nvSpPr>
      <dsp:spPr>
        <a:xfrm rot="10800000">
          <a:off x="1208579" y="2966179"/>
          <a:ext cx="3665347" cy="114141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330" tIns="152400" rIns="28448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Excel</a:t>
          </a:r>
        </a:p>
      </dsp:txBody>
      <dsp:txXfrm rot="10800000">
        <a:off x="1493931" y="2966179"/>
        <a:ext cx="3379995" cy="1141410"/>
      </dsp:txXfrm>
    </dsp:sp>
    <dsp:sp modelId="{D8084F46-25E5-4814-A995-0066F732B758}">
      <dsp:nvSpPr>
        <dsp:cNvPr id="0" name=""/>
        <dsp:cNvSpPr/>
      </dsp:nvSpPr>
      <dsp:spPr>
        <a:xfrm>
          <a:off x="637873" y="2966179"/>
          <a:ext cx="1141410" cy="114141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7BF4F-54F5-45A5-91D2-098D2AB5252E}">
      <dsp:nvSpPr>
        <dsp:cNvPr id="0" name=""/>
        <dsp:cNvSpPr/>
      </dsp:nvSpPr>
      <dsp:spPr>
        <a:xfrm rot="10800000">
          <a:off x="1105112" y="1548"/>
          <a:ext cx="3181842" cy="12146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64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Algorithm</a:t>
          </a:r>
          <a:endParaRPr lang="en-US" sz="3500" kern="1200" dirty="0"/>
        </a:p>
      </dsp:txBody>
      <dsp:txXfrm rot="10800000">
        <a:off x="1408783" y="1548"/>
        <a:ext cx="2878171" cy="1214684"/>
      </dsp:txXfrm>
    </dsp:sp>
    <dsp:sp modelId="{9ADE5937-48D2-4A25-A110-B1CA63D8904B}">
      <dsp:nvSpPr>
        <dsp:cNvPr id="0" name=""/>
        <dsp:cNvSpPr/>
      </dsp:nvSpPr>
      <dsp:spPr>
        <a:xfrm>
          <a:off x="547280" y="1548"/>
          <a:ext cx="1214684" cy="121468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59348-B573-41CE-81E2-F15B8BEAF84E}">
      <dsp:nvSpPr>
        <dsp:cNvPr id="0" name=""/>
        <dsp:cNvSpPr/>
      </dsp:nvSpPr>
      <dsp:spPr>
        <a:xfrm rot="10800000">
          <a:off x="1105112" y="1578825"/>
          <a:ext cx="3181842" cy="12146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5642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MySQL</a:t>
          </a:r>
          <a:endParaRPr lang="en-US" sz="3500" kern="1200" dirty="0"/>
        </a:p>
      </dsp:txBody>
      <dsp:txXfrm rot="10800000">
        <a:off x="1408783" y="1578825"/>
        <a:ext cx="2878171" cy="1214684"/>
      </dsp:txXfrm>
    </dsp:sp>
    <dsp:sp modelId="{C576608D-3379-4CF8-84C3-F2C638FA603F}">
      <dsp:nvSpPr>
        <dsp:cNvPr id="0" name=""/>
        <dsp:cNvSpPr/>
      </dsp:nvSpPr>
      <dsp:spPr>
        <a:xfrm>
          <a:off x="497770" y="1578825"/>
          <a:ext cx="1214684" cy="121468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EC107-72AF-4D25-96F8-CCC12E06EDDE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7C5CB-BFC1-4CB0-B696-AFBFC354142E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F19DF-43F5-4423-A7D1-AA3A3D7A8E07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38BF5-C7E7-492F-A5AB-728CF08E72AD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Algorithms</a:t>
          </a:r>
        </a:p>
      </dsp:txBody>
      <dsp:txXfrm>
        <a:off x="3338563" y="2172886"/>
        <a:ext cx="1450873" cy="1450873"/>
      </dsp:txXfrm>
    </dsp:sp>
    <dsp:sp modelId="{8C833AE7-F28F-4EC5-96E8-C64A5748958E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Collaborative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Filtering</a:t>
          </a:r>
        </a:p>
      </dsp:txBody>
      <dsp:txXfrm>
        <a:off x="3556194" y="211966"/>
        <a:ext cx="1015610" cy="1015610"/>
      </dsp:txXfrm>
    </dsp:sp>
    <dsp:sp modelId="{FB9D7C45-5943-49AE-818E-8E17206ABA53}">
      <dsp:nvSpPr>
        <dsp:cNvPr id="0" name=""/>
        <dsp:cNvSpPr/>
      </dsp:nvSpPr>
      <dsp:spPr>
        <a:xfrm>
          <a:off x="5232535" y="326945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Apriori</a:t>
          </a:r>
          <a:endParaRPr lang="en-US" sz="1400" kern="1200" dirty="0"/>
        </a:p>
      </dsp:txBody>
      <dsp:txXfrm>
        <a:off x="5442875" y="3479793"/>
        <a:ext cx="1015610" cy="1015610"/>
      </dsp:txXfrm>
    </dsp:sp>
    <dsp:sp modelId="{5A65CBA9-FE4F-45A6-A4D9-C8B77246B90C}">
      <dsp:nvSpPr>
        <dsp:cNvPr id="0" name=""/>
        <dsp:cNvSpPr/>
      </dsp:nvSpPr>
      <dsp:spPr>
        <a:xfrm>
          <a:off x="1459173" y="326945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K-mean</a:t>
          </a:r>
        </a:p>
      </dsp:txBody>
      <dsp:txXfrm>
        <a:off x="1669513" y="3479793"/>
        <a:ext cx="1015610" cy="1015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2F7C7-01BB-469F-9507-19B6B5FA3B9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0DC4C-B350-4032-A482-0A85C21EC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45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0961-68B6-5615-BE93-E71220ECB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AA0B8-0072-5D44-6494-4BEE5F01F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34B1-1422-673E-2586-C892F4DA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0765B-AC15-257A-6348-55113B41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146C1-41C9-8AB2-428E-93664E05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1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C5A1-0C1F-700D-9018-803321FF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8C289-A7E5-A36B-1180-DF7F1851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735BF-098A-02C9-8A3F-E3C6F648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9190-AA26-EB44-17E6-2D218260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19BB-6610-BD86-3C77-4E48265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8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E570-D27A-D4E4-41BF-8667484B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0163B-0690-A4EE-A4B5-874928163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058BF-26B7-AAA2-0B31-A5CF5699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F3244-C7CD-C3B1-3614-B06BB1FE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8B3FF-2BDA-99E5-9175-013806BB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7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27C8-A805-63F5-9C6C-2873D14D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40EFB-300B-CDE9-6E74-0AE8E4C37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BD979-4450-887E-00DF-79D596EB3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F6512-1676-086A-80B0-465A6B1B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81A0-2D4E-27C4-36C2-B1643971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A858C-1EDE-AF52-5C4D-65104C3E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3DA1-B700-E657-E6C7-9A8913B6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9E1EB-D981-5739-7814-FC8DDBEA6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B71F6-73C4-0791-0264-B1738C331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657E3-BAF6-98BA-CEF5-8DD992AB2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EBE6C-B02C-E066-EAB1-6963572E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2A039-2A56-77BC-94A6-1C60B361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09A66-8311-FD6C-0D3B-7A751832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0FD4C-3821-09AD-90FA-96F54DCB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0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1447-C6CD-EB89-7683-9D2DFBFF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E8EF2-15D8-E1C3-6103-D6AD62E4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DA38C-95A0-2580-6653-3701F03D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4CA69-F437-74EC-49A3-76406913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8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28D15-DB23-EE93-4B81-6B540D2D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40DF9-5037-E7D1-9CDA-2A5D982B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C1A4A-7A8D-7423-D02D-8413E628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7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9B4B-1A45-9590-485C-9D07B18B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16D6D-1A0C-AB16-D93F-B5815FF63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750FB-5035-66DF-5FB2-44DCD10C7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D2769-ED49-6B25-C438-212975DD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1F7CE-E293-8F67-16C6-D6FC9C5C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DC7ED-3018-265F-5ECE-3A52E191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7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8B3A-3D18-6E38-8095-25671B7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AA005-578D-CC29-5F61-515FF03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4A050-E791-1C3A-0006-50AC8C521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9429D-39D9-2173-6C55-ADD3A71F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F255C-2ECA-56BF-A4DA-EFAEEDF3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3DA64-FBA1-DB3E-FA27-20FA924B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4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36A1-60FD-2B00-9FDE-9361594B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E276C-8594-9411-012E-6048F18F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BC956-96AF-CE2D-DFA4-8AEFDDAB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CF0D-701D-41D7-F03F-6D92229D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6825B-A9AE-8828-BAAD-B61A05B5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1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13D82C-6389-5A9C-E603-9AC51E029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398AC-D4AA-014D-F99C-7CCF4B311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4D853-EAB9-EABE-1616-32D4200D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AFC98-5324-CCBC-F35E-7C0A2C73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3537-44C2-C79A-B56E-FAED9316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3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A123-C092-2D5D-343F-F0724AA6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7A04C-0B03-0DEC-4529-7134A727B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F7E1-0E58-8E8A-8053-FBC8B6DDF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2D3F-AA86-46F9-B3A8-4FCAD9E50AA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2EA9-1402-672B-AE66-DF0B20FD5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D06B-32C9-275D-8676-34CF13AB5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95FAD-172B-416E-ACF1-D15BA97A98A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91DEFD-7D8F-46A8-99FF-32B3DACF390C}"/>
              </a:ext>
            </a:extLst>
          </p:cNvPr>
          <p:cNvCxnSpPr>
            <a:cxnSpLocks/>
          </p:cNvCxnSpPr>
          <p:nvPr userDrawn="1"/>
        </p:nvCxnSpPr>
        <p:spPr>
          <a:xfrm>
            <a:off x="0" y="980388"/>
            <a:ext cx="121920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08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sc-online.com/assetrepository/viewasset?id=1508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9.tmp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tm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jvjvj&#10;&#10;">
            <a:extLst>
              <a:ext uri="{FF2B5EF4-FFF2-40B4-BE49-F238E27FC236}">
                <a16:creationId xmlns:a16="http://schemas.microsoft.com/office/drawing/2014/main" id="{55F8726C-23AE-481C-BF98-052CEDA58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763414"/>
            <a:ext cx="12192000" cy="3291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B4C7C-45D2-4B40-AEEC-37315B621E8F}"/>
              </a:ext>
            </a:extLst>
          </p:cNvPr>
          <p:cNvSpPr txBox="1"/>
          <p:nvPr/>
        </p:nvSpPr>
        <p:spPr>
          <a:xfrm>
            <a:off x="9906001" y="5958942"/>
            <a:ext cx="636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CD406E-35D1-450F-8B23-9D23668880D0}"/>
              </a:ext>
            </a:extLst>
          </p:cNvPr>
          <p:cNvSpPr/>
          <p:nvPr/>
        </p:nvSpPr>
        <p:spPr>
          <a:xfrm>
            <a:off x="3599366" y="2967334"/>
            <a:ext cx="57707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MegaMetrix</a:t>
            </a:r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Mart</a:t>
            </a:r>
          </a:p>
        </p:txBody>
      </p:sp>
    </p:spTree>
    <p:extLst>
      <p:ext uri="{BB962C8B-B14F-4D97-AF65-F5344CB8AC3E}">
        <p14:creationId xmlns:p14="http://schemas.microsoft.com/office/powerpoint/2010/main" val="280864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7B9E29-1424-A423-F95C-31929196EFC5}"/>
              </a:ext>
            </a:extLst>
          </p:cNvPr>
          <p:cNvSpPr txBox="1"/>
          <p:nvPr/>
        </p:nvSpPr>
        <p:spPr>
          <a:xfrm>
            <a:off x="557784" y="1005005"/>
            <a:ext cx="7071741" cy="613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Purpose of the Project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Current Marketing and Analysis Domain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Tools and Technology of  Proposed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System Design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j-ea"/>
                <a:cs typeface="+mj-cs"/>
              </a:rPr>
              <a:t>Visualization using Tableau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Money-Centric View</a:t>
            </a:r>
            <a:endParaRPr 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Repetitive Customers Patterns</a:t>
            </a:r>
            <a:endParaRPr 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Recommendation</a:t>
            </a:r>
            <a:endParaRPr 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Favorites</a:t>
            </a:r>
            <a:endParaRPr 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Use Case</a:t>
            </a:r>
            <a:endParaRPr 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kern="1200" dirty="0">
                <a:effectLst/>
                <a:ea typeface="+mn-ea"/>
                <a:cs typeface="+mn-cs"/>
              </a:rPr>
              <a:t>Conclusion</a:t>
            </a:r>
            <a:endParaRPr lang="en-US" sz="2000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83FD4E-2B30-4CFF-93CC-37DEB3BC835D}"/>
              </a:ext>
            </a:extLst>
          </p:cNvPr>
          <p:cNvSpPr/>
          <p:nvPr/>
        </p:nvSpPr>
        <p:spPr>
          <a:xfrm>
            <a:off x="4492323" y="284357"/>
            <a:ext cx="320735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137915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FA71FD-0CFA-0D48-7806-76647156EA0A}"/>
              </a:ext>
            </a:extLst>
          </p:cNvPr>
          <p:cNvSpPr txBox="1"/>
          <p:nvPr/>
        </p:nvSpPr>
        <p:spPr>
          <a:xfrm>
            <a:off x="3857908" y="29001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Purpose of the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DD2529-56FE-4F9E-89B3-1D588B0A8C0D}"/>
              </a:ext>
            </a:extLst>
          </p:cNvPr>
          <p:cNvSpPr/>
          <p:nvPr/>
        </p:nvSpPr>
        <p:spPr>
          <a:xfrm>
            <a:off x="1412762" y="1538585"/>
            <a:ext cx="5217647" cy="22510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</a:rPr>
              <a:t>Data analytics  solution for business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cap="none" spc="0" dirty="0">
                <a:ln w="0"/>
                <a:solidFill>
                  <a:schemeClr val="tx1"/>
                </a:solidFill>
              </a:rPr>
              <a:t>Opt</a:t>
            </a:r>
            <a:r>
              <a:rPr lang="en-US" sz="2400" dirty="0">
                <a:ln w="0"/>
              </a:rPr>
              <a:t>imize business operations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cap="none" spc="0" dirty="0">
                <a:ln w="0"/>
                <a:solidFill>
                  <a:schemeClr val="tx1"/>
                </a:solidFill>
              </a:rPr>
              <a:t>Analyze the data of organization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</a:rPr>
              <a:t>Sales and marketing insights</a:t>
            </a:r>
            <a:endParaRPr lang="en-US" sz="2400" b="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49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7801F-9D4D-5237-4A86-802376531285}"/>
              </a:ext>
            </a:extLst>
          </p:cNvPr>
          <p:cNvSpPr txBox="1"/>
          <p:nvPr/>
        </p:nvSpPr>
        <p:spPr>
          <a:xfrm>
            <a:off x="2690445" y="295905"/>
            <a:ext cx="7081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Current Marketing and Analysis Domain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AB479B5-AD4D-47D8-B4EE-E385FCD3A233}"/>
              </a:ext>
            </a:extLst>
          </p:cNvPr>
          <p:cNvSpPr/>
          <p:nvPr/>
        </p:nvSpPr>
        <p:spPr>
          <a:xfrm>
            <a:off x="2877213" y="1048696"/>
            <a:ext cx="541529" cy="541529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F36C77-5444-4196-A5CB-54B075E7EF0E}"/>
              </a:ext>
            </a:extLst>
          </p:cNvPr>
          <p:cNvSpPr/>
          <p:nvPr/>
        </p:nvSpPr>
        <p:spPr>
          <a:xfrm>
            <a:off x="2877213" y="3861415"/>
            <a:ext cx="541529" cy="541529"/>
          </a:xfrm>
          <a:prstGeom prst="ellipse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6F742E-B684-4818-9486-EB33B795ED28}"/>
              </a:ext>
            </a:extLst>
          </p:cNvPr>
          <p:cNvGrpSpPr/>
          <p:nvPr/>
        </p:nvGrpSpPr>
        <p:grpSpPr>
          <a:xfrm>
            <a:off x="3283358" y="5265141"/>
            <a:ext cx="6166809" cy="541529"/>
            <a:chOff x="1688676" y="4220503"/>
            <a:chExt cx="6166809" cy="541529"/>
          </a:xfrm>
        </p:grpSpPr>
        <p:sp>
          <p:nvSpPr>
            <p:cNvPr id="25" name="Arrow: Pentagon 24">
              <a:extLst>
                <a:ext uri="{FF2B5EF4-FFF2-40B4-BE49-F238E27FC236}">
                  <a16:creationId xmlns:a16="http://schemas.microsoft.com/office/drawing/2014/main" id="{09807B5F-6DFF-4B31-873E-FBD4D1ED4BD1}"/>
                </a:ext>
              </a:extLst>
            </p:cNvPr>
            <p:cNvSpPr/>
            <p:nvPr/>
          </p:nvSpPr>
          <p:spPr>
            <a:xfrm rot="10800000">
              <a:off x="1688676" y="4220503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Arrow: Pentagon 22">
              <a:extLst>
                <a:ext uri="{FF2B5EF4-FFF2-40B4-BE49-F238E27FC236}">
                  <a16:creationId xmlns:a16="http://schemas.microsoft.com/office/drawing/2014/main" id="{950CA51F-7A24-499C-A60E-62FCDECFC61A}"/>
                </a:ext>
              </a:extLst>
            </p:cNvPr>
            <p:cNvSpPr txBox="1"/>
            <p:nvPr/>
          </p:nvSpPr>
          <p:spPr>
            <a:xfrm rot="21600000">
              <a:off x="1824058" y="4220503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Tx/>
                <a:buSzPts val="2000"/>
              </a:pPr>
              <a:r>
                <a:rPr lang="en-US" sz="1800" b="0" i="0">
                  <a:effectLst/>
                </a:rPr>
                <a:t>Analysis capabilities</a:t>
              </a:r>
              <a:endParaRPr lang="en-US" sz="1800" dirty="0">
                <a:effectLst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5B2E4A-B266-4339-8F53-B3CD24FBEF5A}"/>
              </a:ext>
            </a:extLst>
          </p:cNvPr>
          <p:cNvGrpSpPr/>
          <p:nvPr/>
        </p:nvGrpSpPr>
        <p:grpSpPr>
          <a:xfrm>
            <a:off x="3283359" y="5970953"/>
            <a:ext cx="6166809" cy="541529"/>
            <a:chOff x="1688676" y="2110963"/>
            <a:chExt cx="6166809" cy="541529"/>
          </a:xfrm>
        </p:grpSpPr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161EB3CF-F38F-49C0-B261-24FEB35DE966}"/>
                </a:ext>
              </a:extLst>
            </p:cNvPr>
            <p:cNvSpPr/>
            <p:nvPr/>
          </p:nvSpPr>
          <p:spPr>
            <a:xfrm rot="10800000">
              <a:off x="1688676" y="2110963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Arrow: Pentagon 13">
              <a:extLst>
                <a:ext uri="{FF2B5EF4-FFF2-40B4-BE49-F238E27FC236}">
                  <a16:creationId xmlns:a16="http://schemas.microsoft.com/office/drawing/2014/main" id="{0359ED2E-A0FD-4161-8020-4D2C044E2BFF}"/>
                </a:ext>
              </a:extLst>
            </p:cNvPr>
            <p:cNvSpPr txBox="1"/>
            <p:nvPr/>
          </p:nvSpPr>
          <p:spPr>
            <a:xfrm rot="21600000">
              <a:off x="1824058" y="2110963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buClrTx/>
                <a:buSzPts val="2000"/>
              </a:pPr>
              <a:r>
                <a:rPr lang="en-US" sz="1800" b="0" i="0" dirty="0">
                  <a:effectLst/>
                </a:rPr>
                <a:t>Limited insights</a:t>
              </a:r>
              <a:endParaRPr lang="en-US" sz="1800" dirty="0">
                <a:effectLst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9783EF-3D8D-430B-907E-D063FA906E9D}"/>
              </a:ext>
            </a:extLst>
          </p:cNvPr>
          <p:cNvGrpSpPr/>
          <p:nvPr/>
        </p:nvGrpSpPr>
        <p:grpSpPr>
          <a:xfrm>
            <a:off x="3147977" y="1102502"/>
            <a:ext cx="6166809" cy="541529"/>
            <a:chOff x="1688676" y="1424"/>
            <a:chExt cx="6166809" cy="541529"/>
          </a:xfrm>
        </p:grpSpPr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339A8187-F103-4EE1-8957-FF24988DC635}"/>
                </a:ext>
              </a:extLst>
            </p:cNvPr>
            <p:cNvSpPr/>
            <p:nvPr/>
          </p:nvSpPr>
          <p:spPr>
            <a:xfrm rot="10800000">
              <a:off x="1688676" y="1424"/>
              <a:ext cx="6166809" cy="541529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Arrow: Pentagon 4">
              <a:extLst>
                <a:ext uri="{FF2B5EF4-FFF2-40B4-BE49-F238E27FC236}">
                  <a16:creationId xmlns:a16="http://schemas.microsoft.com/office/drawing/2014/main" id="{5154B904-CC57-4287-B49A-9E7B7F69461E}"/>
                </a:ext>
              </a:extLst>
            </p:cNvPr>
            <p:cNvSpPr txBox="1"/>
            <p:nvPr/>
          </p:nvSpPr>
          <p:spPr>
            <a:xfrm>
              <a:off x="1824058" y="1424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lvl="0" algn="ctr"/>
              <a:r>
                <a:rPr lang="en-US" sz="2000" b="1" i="0" dirty="0">
                  <a:effectLst/>
                  <a:latin typeface="Söhne"/>
                </a:rPr>
                <a:t>Current System</a:t>
              </a:r>
              <a:endParaRPr lang="en-US" sz="20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0290C1-E522-45FE-A599-07E8E69186B4}"/>
              </a:ext>
            </a:extLst>
          </p:cNvPr>
          <p:cNvGrpSpPr/>
          <p:nvPr/>
        </p:nvGrpSpPr>
        <p:grpSpPr>
          <a:xfrm>
            <a:off x="3283358" y="1756746"/>
            <a:ext cx="6166809" cy="541529"/>
            <a:chOff x="1688676" y="704604"/>
            <a:chExt cx="6166809" cy="541529"/>
          </a:xfrm>
        </p:grpSpPr>
        <p:sp>
          <p:nvSpPr>
            <p:cNvPr id="35" name="Arrow: Pentagon 34">
              <a:extLst>
                <a:ext uri="{FF2B5EF4-FFF2-40B4-BE49-F238E27FC236}">
                  <a16:creationId xmlns:a16="http://schemas.microsoft.com/office/drawing/2014/main" id="{FDDE304B-3689-4BE3-B224-FD28B3E1FD4C}"/>
                </a:ext>
              </a:extLst>
            </p:cNvPr>
            <p:cNvSpPr/>
            <p:nvPr/>
          </p:nvSpPr>
          <p:spPr>
            <a:xfrm rot="10800000">
              <a:off x="1688676" y="704604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Arrow: Pentagon 7">
              <a:extLst>
                <a:ext uri="{FF2B5EF4-FFF2-40B4-BE49-F238E27FC236}">
                  <a16:creationId xmlns:a16="http://schemas.microsoft.com/office/drawing/2014/main" id="{F811FB64-0948-4E2C-987E-1AEDF4CF6F4E}"/>
                </a:ext>
              </a:extLst>
            </p:cNvPr>
            <p:cNvSpPr txBox="1"/>
            <p:nvPr/>
          </p:nvSpPr>
          <p:spPr>
            <a:xfrm rot="21600000">
              <a:off x="1824058" y="704604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lvl="0"/>
              <a:r>
                <a:rPr lang="en-US" sz="1800" dirty="0"/>
                <a:t>Customer relationship management (CRM) software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59F7AB9-D69D-4A2F-9EC4-851FBAEE795D}"/>
              </a:ext>
            </a:extLst>
          </p:cNvPr>
          <p:cNvGrpSpPr/>
          <p:nvPr/>
        </p:nvGrpSpPr>
        <p:grpSpPr>
          <a:xfrm>
            <a:off x="3283358" y="2466292"/>
            <a:ext cx="6166809" cy="541529"/>
            <a:chOff x="1688676" y="1407783"/>
            <a:chExt cx="6166809" cy="541529"/>
          </a:xfrm>
        </p:grpSpPr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A55C5A53-34FA-4141-8D3C-003490309EC3}"/>
                </a:ext>
              </a:extLst>
            </p:cNvPr>
            <p:cNvSpPr/>
            <p:nvPr/>
          </p:nvSpPr>
          <p:spPr>
            <a:xfrm rot="10800000">
              <a:off x="1688676" y="1407783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Arrow: Pentagon 10">
              <a:extLst>
                <a:ext uri="{FF2B5EF4-FFF2-40B4-BE49-F238E27FC236}">
                  <a16:creationId xmlns:a16="http://schemas.microsoft.com/office/drawing/2014/main" id="{C5E46B4D-FFF8-49F6-8313-0258C3C73C7D}"/>
                </a:ext>
              </a:extLst>
            </p:cNvPr>
            <p:cNvSpPr txBox="1"/>
            <p:nvPr/>
          </p:nvSpPr>
          <p:spPr>
            <a:xfrm rot="21600000">
              <a:off x="1824058" y="1407783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/>
                <a:t>Email marketing platforms, and social media advertising platforms</a:t>
              </a:r>
              <a:endParaRPr lang="en-US" kern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984EE1-C0D8-4224-8315-7D55BDA24878}"/>
              </a:ext>
            </a:extLst>
          </p:cNvPr>
          <p:cNvGrpSpPr/>
          <p:nvPr/>
        </p:nvGrpSpPr>
        <p:grpSpPr>
          <a:xfrm>
            <a:off x="3283358" y="3169469"/>
            <a:ext cx="6166809" cy="541529"/>
            <a:chOff x="1688676" y="2110963"/>
            <a:chExt cx="6166809" cy="541529"/>
          </a:xfrm>
        </p:grpSpPr>
        <p:sp>
          <p:nvSpPr>
            <p:cNvPr id="41" name="Arrow: Pentagon 40">
              <a:extLst>
                <a:ext uri="{FF2B5EF4-FFF2-40B4-BE49-F238E27FC236}">
                  <a16:creationId xmlns:a16="http://schemas.microsoft.com/office/drawing/2014/main" id="{B5A46443-F7FB-4382-80DC-7A2325BF77D5}"/>
                </a:ext>
              </a:extLst>
            </p:cNvPr>
            <p:cNvSpPr/>
            <p:nvPr/>
          </p:nvSpPr>
          <p:spPr>
            <a:xfrm rot="10800000">
              <a:off x="1688676" y="2110963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Arrow: Pentagon 13">
              <a:extLst>
                <a:ext uri="{FF2B5EF4-FFF2-40B4-BE49-F238E27FC236}">
                  <a16:creationId xmlns:a16="http://schemas.microsoft.com/office/drawing/2014/main" id="{F8EEEA42-6852-4EF3-B3A5-053431F28D37}"/>
                </a:ext>
              </a:extLst>
            </p:cNvPr>
            <p:cNvSpPr txBox="1"/>
            <p:nvPr/>
          </p:nvSpPr>
          <p:spPr>
            <a:xfrm rot="21600000">
              <a:off x="1824058" y="2110963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Diff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erent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+mn-ea"/>
                  <a:cs typeface="+mn-cs"/>
                </a:rPr>
                <a:t>tools and technology</a:t>
              </a:r>
              <a:endParaRPr lang="en-US" sz="2000" dirty="0">
                <a:effectLst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9F9FFA-5A79-4B05-8CD3-D2C66FAC45C2}"/>
              </a:ext>
            </a:extLst>
          </p:cNvPr>
          <p:cNvGrpSpPr/>
          <p:nvPr/>
        </p:nvGrpSpPr>
        <p:grpSpPr>
          <a:xfrm>
            <a:off x="3147977" y="3915221"/>
            <a:ext cx="6166809" cy="541529"/>
            <a:chOff x="1688676" y="2814143"/>
            <a:chExt cx="6166809" cy="541529"/>
          </a:xfrm>
        </p:grpSpPr>
        <p:sp>
          <p:nvSpPr>
            <p:cNvPr id="44" name="Arrow: Pentagon 43">
              <a:extLst>
                <a:ext uri="{FF2B5EF4-FFF2-40B4-BE49-F238E27FC236}">
                  <a16:creationId xmlns:a16="http://schemas.microsoft.com/office/drawing/2014/main" id="{D6834404-4655-4A56-8E16-3AE2E803311B}"/>
                </a:ext>
              </a:extLst>
            </p:cNvPr>
            <p:cNvSpPr/>
            <p:nvPr/>
          </p:nvSpPr>
          <p:spPr>
            <a:xfrm rot="10800000">
              <a:off x="1688676" y="2814143"/>
              <a:ext cx="6166809" cy="541529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Arrow: Pentagon 16">
              <a:extLst>
                <a:ext uri="{FF2B5EF4-FFF2-40B4-BE49-F238E27FC236}">
                  <a16:creationId xmlns:a16="http://schemas.microsoft.com/office/drawing/2014/main" id="{C791E8AF-8A31-4549-87EE-3631AAAA257D}"/>
                </a:ext>
              </a:extLst>
            </p:cNvPr>
            <p:cNvSpPr txBox="1"/>
            <p:nvPr/>
          </p:nvSpPr>
          <p:spPr>
            <a:xfrm rot="21600000">
              <a:off x="1824058" y="2814143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lvl="0" algn="ctr"/>
              <a:r>
                <a:rPr lang="en-US" sz="2000" b="1" i="0" dirty="0">
                  <a:effectLst/>
                  <a:latin typeface="Söhne"/>
                </a:rPr>
                <a:t>Weaknesses of the Current System</a:t>
              </a:r>
              <a:endParaRPr lang="en-US" sz="20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4C2D52-C8E0-457D-A967-A489E403A8E6}"/>
              </a:ext>
            </a:extLst>
          </p:cNvPr>
          <p:cNvGrpSpPr/>
          <p:nvPr/>
        </p:nvGrpSpPr>
        <p:grpSpPr>
          <a:xfrm>
            <a:off x="3283358" y="4575829"/>
            <a:ext cx="6166809" cy="552764"/>
            <a:chOff x="1688676" y="3517323"/>
            <a:chExt cx="6166809" cy="552764"/>
          </a:xfrm>
        </p:grpSpPr>
        <p:sp>
          <p:nvSpPr>
            <p:cNvPr id="47" name="Arrow: Pentagon 46">
              <a:extLst>
                <a:ext uri="{FF2B5EF4-FFF2-40B4-BE49-F238E27FC236}">
                  <a16:creationId xmlns:a16="http://schemas.microsoft.com/office/drawing/2014/main" id="{E7C26A38-EDAB-492F-8883-D8EF01450D20}"/>
                </a:ext>
              </a:extLst>
            </p:cNvPr>
            <p:cNvSpPr/>
            <p:nvPr/>
          </p:nvSpPr>
          <p:spPr>
            <a:xfrm rot="10800000">
              <a:off x="1688676" y="3517323"/>
              <a:ext cx="6166809" cy="541529"/>
            </a:xfrm>
            <a:prstGeom prst="homePlat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Arrow: Pentagon 19">
              <a:extLst>
                <a:ext uri="{FF2B5EF4-FFF2-40B4-BE49-F238E27FC236}">
                  <a16:creationId xmlns:a16="http://schemas.microsoft.com/office/drawing/2014/main" id="{E2E0E157-B173-43A4-8E32-931570F9C9F7}"/>
                </a:ext>
              </a:extLst>
            </p:cNvPr>
            <p:cNvSpPr txBox="1"/>
            <p:nvPr/>
          </p:nvSpPr>
          <p:spPr>
            <a:xfrm>
              <a:off x="1824058" y="3528558"/>
              <a:ext cx="6031427" cy="541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38799" tIns="72390" rIns="135128" bIns="72390" numCol="1" spcCol="1270" anchor="ctr" anchorCtr="0">
              <a:noAutofit/>
            </a:bodyPr>
            <a:lstStyle/>
            <a:p>
              <a:pPr lvl="0"/>
              <a:r>
                <a:rPr lang="en-US" sz="1800" b="0" i="0" dirty="0"/>
                <a:t>Lack of integration among tools</a:t>
              </a:r>
              <a:endParaRPr lang="en-US" sz="1800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34B61981-A638-4B36-9376-7CB20EA37F14}"/>
              </a:ext>
            </a:extLst>
          </p:cNvPr>
          <p:cNvSpPr/>
          <p:nvPr/>
        </p:nvSpPr>
        <p:spPr>
          <a:xfrm rot="5400000">
            <a:off x="2877213" y="1751876"/>
            <a:ext cx="541529" cy="541529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340499-F5CC-4772-9886-69EE0E2A2921}"/>
              </a:ext>
            </a:extLst>
          </p:cNvPr>
          <p:cNvSpPr/>
          <p:nvPr/>
        </p:nvSpPr>
        <p:spPr>
          <a:xfrm rot="5400000">
            <a:off x="2877213" y="2455055"/>
            <a:ext cx="541529" cy="541529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5966B6-1EBA-4273-A8C5-5EC1C3296DC1}"/>
              </a:ext>
            </a:extLst>
          </p:cNvPr>
          <p:cNvSpPr/>
          <p:nvPr/>
        </p:nvSpPr>
        <p:spPr>
          <a:xfrm rot="5400000">
            <a:off x="2877213" y="3158235"/>
            <a:ext cx="541529" cy="541529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910010-7EED-4D6D-BF3B-B59724E862F4}"/>
              </a:ext>
            </a:extLst>
          </p:cNvPr>
          <p:cNvSpPr/>
          <p:nvPr/>
        </p:nvSpPr>
        <p:spPr>
          <a:xfrm rot="5400000">
            <a:off x="2877212" y="4564595"/>
            <a:ext cx="541529" cy="541529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C2B8E10-0BBC-404E-8B5D-20F826BA0535}"/>
              </a:ext>
            </a:extLst>
          </p:cNvPr>
          <p:cNvSpPr/>
          <p:nvPr/>
        </p:nvSpPr>
        <p:spPr>
          <a:xfrm rot="5400000">
            <a:off x="2877212" y="5267775"/>
            <a:ext cx="541529" cy="541529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C040FF6-414B-4E09-A942-7896849ED017}"/>
              </a:ext>
            </a:extLst>
          </p:cNvPr>
          <p:cNvSpPr/>
          <p:nvPr/>
        </p:nvSpPr>
        <p:spPr>
          <a:xfrm rot="5400000">
            <a:off x="2877212" y="5970953"/>
            <a:ext cx="541529" cy="541529"/>
          </a:xfrm>
          <a:prstGeom prst="ellipse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0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8A52D-8239-408F-87C1-9A8934AB2424}"/>
              </a:ext>
            </a:extLst>
          </p:cNvPr>
          <p:cNvSpPr txBox="1"/>
          <p:nvPr/>
        </p:nvSpPr>
        <p:spPr>
          <a:xfrm>
            <a:off x="2291531" y="231979"/>
            <a:ext cx="818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Tools and Technology of  Proposed system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46B6F02C-E91E-4B09-A4FA-26BCF042DA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9616933"/>
              </p:ext>
            </p:extLst>
          </p:nvPr>
        </p:nvGraphicFramePr>
        <p:xfrm>
          <a:off x="869950" y="1605491"/>
          <a:ext cx="5511800" cy="4109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5EC95462-B3BE-44FF-89F1-F1C96A6A6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22343"/>
              </p:ext>
            </p:extLst>
          </p:nvPr>
        </p:nvGraphicFramePr>
        <p:xfrm>
          <a:off x="6734175" y="1500716"/>
          <a:ext cx="4784725" cy="2795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DBDEECF-4EE1-4F61-8625-7FDF0E3E80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01"/>
            <a:ext cx="914447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3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0A6616-3AE0-86F7-11CE-FFBE46178F9E}"/>
              </a:ext>
            </a:extLst>
          </p:cNvPr>
          <p:cNvSpPr txBox="1"/>
          <p:nvPr/>
        </p:nvSpPr>
        <p:spPr>
          <a:xfrm>
            <a:off x="3490451" y="282787"/>
            <a:ext cx="41078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dirty="0">
                <a:solidFill>
                  <a:srgbClr val="0070C0"/>
                </a:solidFill>
              </a:rPr>
              <a:t>System Design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3A0D940-CBB3-4B47-8191-CF68F14BAE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1841128"/>
              </p:ext>
            </p:extLst>
          </p:nvPr>
        </p:nvGraphicFramePr>
        <p:xfrm>
          <a:off x="1939905" y="115654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2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CE50-41AA-4283-B892-88384DF6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593" y="230413"/>
            <a:ext cx="8689258" cy="637765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+mn-lt"/>
              </a:rPr>
              <a:t>Visualization using Tableau</a:t>
            </a:r>
          </a:p>
        </p:txBody>
      </p:sp>
      <p:pic>
        <p:nvPicPr>
          <p:cNvPr id="4" name="Google Shape;1332;p38">
            <a:extLst>
              <a:ext uri="{FF2B5EF4-FFF2-40B4-BE49-F238E27FC236}">
                <a16:creationId xmlns:a16="http://schemas.microsoft.com/office/drawing/2014/main" id="{5A52CD7D-0EA3-40E5-96B2-B60D96EBE5B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t="7933" b="7941"/>
          <a:stretch/>
        </p:blipFill>
        <p:spPr>
          <a:xfrm>
            <a:off x="1498306" y="1856351"/>
            <a:ext cx="9195387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FF88F-5DC9-4972-9C82-E3D5C757D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550" y="136525"/>
            <a:ext cx="933450" cy="825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4B4226-279F-4B85-9EBB-ED8C5F14F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" y="82754"/>
            <a:ext cx="914400" cy="828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E3AC28-BE14-4A6A-90DC-C8B2870C6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01"/>
            <a:ext cx="914447" cy="8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2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F763F-BCA6-1DA0-CEC4-5E7C8A140C98}"/>
              </a:ext>
            </a:extLst>
          </p:cNvPr>
          <p:cNvSpPr txBox="1"/>
          <p:nvPr/>
        </p:nvSpPr>
        <p:spPr>
          <a:xfrm>
            <a:off x="3907917" y="203954"/>
            <a:ext cx="6094476" cy="64633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Money-Centric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E6CE8-8C14-5084-43FB-6758DE60554B}"/>
              </a:ext>
            </a:extLst>
          </p:cNvPr>
          <p:cNvSpPr txBox="1"/>
          <p:nvPr/>
        </p:nvSpPr>
        <p:spPr>
          <a:xfrm>
            <a:off x="3144012" y="127093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High-Value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Targeting High-Value Customers with Personalized Campaigns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18D63-6378-4143-8C52-6F88A6C6FF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12" r="12031" b="7973"/>
          <a:stretch/>
        </p:blipFill>
        <p:spPr>
          <a:xfrm>
            <a:off x="1514475" y="2337906"/>
            <a:ext cx="9163050" cy="3862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2432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F1190-5466-484F-F0EA-4896BF87911F}"/>
              </a:ext>
            </a:extLst>
          </p:cNvPr>
          <p:cNvSpPr txBox="1"/>
          <p:nvPr/>
        </p:nvSpPr>
        <p:spPr>
          <a:xfrm>
            <a:off x="3294507" y="23329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Repetitive Customers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B60A4-8CA2-98C2-EF1F-2CC08A93EAE1}"/>
              </a:ext>
            </a:extLst>
          </p:cNvPr>
          <p:cNvSpPr txBox="1"/>
          <p:nvPr/>
        </p:nvSpPr>
        <p:spPr>
          <a:xfrm>
            <a:off x="3048762" y="134582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Identifying Customers with High Repeat Purchases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Targeting Repetitive Customers with Relevant Promotions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1BC36-2A15-4B8E-8ED5-7B33B3DDF8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7" r="47031" b="9028"/>
          <a:stretch/>
        </p:blipFill>
        <p:spPr>
          <a:xfrm>
            <a:off x="3042193" y="2458361"/>
            <a:ext cx="6101045" cy="41663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911EE9-A70F-40A0-90D8-671F9401980F}"/>
              </a:ext>
            </a:extLst>
          </p:cNvPr>
          <p:cNvSpPr txBox="1"/>
          <p:nvPr/>
        </p:nvSpPr>
        <p:spPr>
          <a:xfrm>
            <a:off x="9187131" y="1381028"/>
            <a:ext cx="2184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0FC388-AB39-3F7B-CC19-10B261632EC8}"/>
              </a:ext>
            </a:extLst>
          </p:cNvPr>
          <p:cNvSpPr txBox="1"/>
          <p:nvPr/>
        </p:nvSpPr>
        <p:spPr>
          <a:xfrm>
            <a:off x="4161282" y="19823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89106-433D-B248-7190-365C4E74CD79}"/>
              </a:ext>
            </a:extLst>
          </p:cNvPr>
          <p:cNvSpPr txBox="1"/>
          <p:nvPr/>
        </p:nvSpPr>
        <p:spPr>
          <a:xfrm>
            <a:off x="3048761" y="134213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Generating Product Recommendations for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Bundles of Frequently Recommended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A12D0-F0FC-404E-9F8B-1516AF1FD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2" r="1875" b="8473"/>
          <a:stretch/>
        </p:blipFill>
        <p:spPr>
          <a:xfrm>
            <a:off x="1900415" y="2486025"/>
            <a:ext cx="8391167" cy="3881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8172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F51C0-D9FB-374F-9264-0886479627D5}"/>
              </a:ext>
            </a:extLst>
          </p:cNvPr>
          <p:cNvSpPr txBox="1"/>
          <p:nvPr/>
        </p:nvSpPr>
        <p:spPr>
          <a:xfrm>
            <a:off x="5039868" y="203573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Favorite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A70E6-7FDF-24DF-31D9-AC6C948426A7}"/>
              </a:ext>
            </a:extLst>
          </p:cNvPr>
          <p:cNvSpPr txBox="1"/>
          <p:nvPr/>
        </p:nvSpPr>
        <p:spPr>
          <a:xfrm>
            <a:off x="3048762" y="140600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Analyzing Customer Favorites for Product Insights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1439E-EFBA-4C9E-9F9D-15C422B2B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26" r="1484" b="8107"/>
          <a:stretch/>
        </p:blipFill>
        <p:spPr>
          <a:xfrm>
            <a:off x="1859125" y="2192742"/>
            <a:ext cx="8473749" cy="3920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334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6FFB80-F2CF-4592-563B-E67F91BE2CBC}"/>
              </a:ext>
            </a:extLst>
          </p:cNvPr>
          <p:cNvSpPr txBox="1"/>
          <p:nvPr/>
        </p:nvSpPr>
        <p:spPr>
          <a:xfrm>
            <a:off x="5124069" y="19176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Use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99798-C497-C7C0-770B-2A1C3CDD744A}"/>
              </a:ext>
            </a:extLst>
          </p:cNvPr>
          <p:cNvSpPr txBox="1"/>
          <p:nvPr/>
        </p:nvSpPr>
        <p:spPr>
          <a:xfrm>
            <a:off x="386333" y="1429804"/>
            <a:ext cx="7700391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Advanced Analytics </a:t>
            </a:r>
            <a:r>
              <a:rPr lang="en-US" sz="2400" dirty="0" err="1"/>
              <a:t>Mastersheet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Targeted Email and SMS Campaigns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Targeting High Repeat Rate and High Spend Customers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Analyzing Cluster Characteristics for Targeted Promotions</a:t>
            </a:r>
          </a:p>
        </p:txBody>
      </p:sp>
    </p:spTree>
    <p:extLst>
      <p:ext uri="{BB962C8B-B14F-4D97-AF65-F5344CB8AC3E}">
        <p14:creationId xmlns:p14="http://schemas.microsoft.com/office/powerpoint/2010/main" val="266949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81DB2-0B74-7788-38F8-177CA79DF120}"/>
              </a:ext>
            </a:extLst>
          </p:cNvPr>
          <p:cNvSpPr txBox="1"/>
          <p:nvPr/>
        </p:nvSpPr>
        <p:spPr>
          <a:xfrm>
            <a:off x="5096256" y="169283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BD8D8A-61C5-4A1F-9254-E26F1C2D0E76}"/>
              </a:ext>
            </a:extLst>
          </p:cNvPr>
          <p:cNvSpPr/>
          <p:nvPr/>
        </p:nvSpPr>
        <p:spPr>
          <a:xfrm>
            <a:off x="1514967" y="1519535"/>
            <a:ext cx="238058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0" cap="none" spc="0" dirty="0">
                <a:ln w="0"/>
                <a:solidFill>
                  <a:schemeClr val="tx1"/>
                </a:solidFill>
              </a:rPr>
              <a:t>Flaws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0" cap="none" spc="0" dirty="0">
                <a:ln w="0"/>
                <a:solidFill>
                  <a:schemeClr val="tx1"/>
                </a:solidFill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21327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2D872-F7A7-42ED-8322-9A1B454C4A2E}"/>
              </a:ext>
            </a:extLst>
          </p:cNvPr>
          <p:cNvSpPr txBox="1"/>
          <p:nvPr/>
        </p:nvSpPr>
        <p:spPr>
          <a:xfrm>
            <a:off x="4936331" y="177284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1645C-AA40-4D0E-8E90-F40B68D15D1F}"/>
              </a:ext>
            </a:extLst>
          </p:cNvPr>
          <p:cNvSpPr txBox="1"/>
          <p:nvPr/>
        </p:nvSpPr>
        <p:spPr>
          <a:xfrm>
            <a:off x="1278730" y="1567934"/>
            <a:ext cx="7179469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W3school: https://www.w3schools.com/ MySQL/DEFAULT.asp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With Harry: https://www.youtube.com/@CodeWithHarry </a:t>
            </a:r>
            <a:endParaRPr lang="en-US" sz="1800" b="1" kern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AWS: https://aws.amazon.com/</a:t>
            </a:r>
            <a:endParaRPr lang="en-US" sz="1800" b="1" kern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 Mozilla: https://developer.mozilla.org/en-US/</a:t>
            </a:r>
            <a:endParaRPr lang="en-US" sz="1800" b="1" kern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b="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Shashank Kalanithi: https://www.youtube.com/@ShashankData</a:t>
            </a:r>
            <a:endParaRPr lang="en-US" sz="1800" b="1" kern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420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E71F69-A55C-4586-A286-C10416998542}"/>
              </a:ext>
            </a:extLst>
          </p:cNvPr>
          <p:cNvSpPr txBox="1"/>
          <p:nvPr/>
        </p:nvSpPr>
        <p:spPr>
          <a:xfrm>
            <a:off x="2224087" y="3048791"/>
            <a:ext cx="77438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790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4057</TotalTime>
  <Words>258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Söhne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Visualization using Tableau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JANVI PATEL</dc:creator>
  <cp:lastModifiedBy>Mukund Patel</cp:lastModifiedBy>
  <cp:revision>73</cp:revision>
  <dcterms:created xsi:type="dcterms:W3CDTF">2023-08-25T13:12:25Z</dcterms:created>
  <dcterms:modified xsi:type="dcterms:W3CDTF">2026-02-24T03:45:58Z</dcterms:modified>
</cp:coreProperties>
</file>